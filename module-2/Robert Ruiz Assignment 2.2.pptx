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E49D2-D13B-D4C5-CAD5-5C6868BFF939}" v="14" dt="2026-02-01T21:11:38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87B6F5-ECE2-4868-863F-07B2314748D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93870F-6DFE-4D65-97A5-EB1B29152854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 dirty="0">
              <a:latin typeface="Aptos Display" panose="020F0302020204030204"/>
              <a:ea typeface="+mn-ea"/>
              <a:cs typeface="+mn-cs"/>
            </a:rPr>
            <a:t>User inputs number of miles</a:t>
          </a:r>
          <a:endParaRPr lang="en-US" sz="1500" dirty="0">
            <a:ea typeface="+mn-ea"/>
            <a:cs typeface="+mn-cs"/>
          </a:endParaRPr>
        </a:p>
      </dgm:t>
    </dgm:pt>
    <dgm:pt modelId="{55833311-21C2-4C71-8DD0-0FD828B4DD51}" type="parTrans" cxnId="{929A1393-8F83-4BE7-A0AE-FAFC5D84A606}">
      <dgm:prSet/>
      <dgm:spPr/>
      <dgm:t>
        <a:bodyPr/>
        <a:lstStyle/>
        <a:p>
          <a:endParaRPr lang="en-US"/>
        </a:p>
      </dgm:t>
    </dgm:pt>
    <dgm:pt modelId="{56F737F0-49D6-4E43-B989-338611B1D1CF}" type="sibTrans" cxnId="{929A1393-8F83-4BE7-A0AE-FAFC5D84A606}">
      <dgm:prSet/>
      <dgm:spPr/>
      <dgm:t>
        <a:bodyPr/>
        <a:lstStyle/>
        <a:p>
          <a:endParaRPr lang="en-US"/>
        </a:p>
      </dgm:t>
    </dgm:pt>
    <dgm:pt modelId="{0E02746A-1C8E-4154-96F8-8C0B7977F6A3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 dirty="0">
              <a:latin typeface="Aptos Display" panose="020F0302020204030204"/>
              <a:ea typeface="+mn-ea"/>
              <a:cs typeface="+mn-cs"/>
            </a:rPr>
            <a:t>A value is entered that is not a number</a:t>
          </a:r>
          <a:endParaRPr lang="en-US" sz="1500" dirty="0">
            <a:ea typeface="+mn-ea"/>
            <a:cs typeface="+mn-cs"/>
          </a:endParaRPr>
        </a:p>
      </dgm:t>
    </dgm:pt>
    <dgm:pt modelId="{B8F8A4CB-5A0F-4248-B73E-36E4F0C66022}" type="parTrans" cxnId="{60FC958C-EF09-4C46-8963-5967CAE9F26A}">
      <dgm:prSet/>
      <dgm:spPr/>
      <dgm:t>
        <a:bodyPr/>
        <a:lstStyle/>
        <a:p>
          <a:endParaRPr lang="en-US"/>
        </a:p>
      </dgm:t>
    </dgm:pt>
    <dgm:pt modelId="{65C53C66-3B27-4C0C-AA7C-C9DF54366711}" type="sibTrans" cxnId="{60FC958C-EF09-4C46-8963-5967CAE9F26A}">
      <dgm:prSet/>
      <dgm:spPr/>
      <dgm:t>
        <a:bodyPr/>
        <a:lstStyle/>
        <a:p>
          <a:endParaRPr lang="en-US"/>
        </a:p>
      </dgm:t>
    </dgm:pt>
    <dgm:pt modelId="{58C33254-608B-4E68-AB8D-D81EA8095220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 dirty="0">
              <a:latin typeface="Aptos Display"/>
              <a:ea typeface="+mn-ea"/>
              <a:cs typeface="+mn-cs"/>
            </a:rPr>
            <a:t>Error message occurs, prompting user to enter only a number</a:t>
          </a:r>
        </a:p>
      </dgm:t>
    </dgm:pt>
    <dgm:pt modelId="{C634FBDC-6F4F-4538-8A0F-027BD2BA98E1}" type="parTrans" cxnId="{251416B8-9200-4EE4-A0BC-36F5CD35448B}">
      <dgm:prSet/>
      <dgm:spPr/>
      <dgm:t>
        <a:bodyPr/>
        <a:lstStyle/>
        <a:p>
          <a:endParaRPr lang="en-US"/>
        </a:p>
      </dgm:t>
    </dgm:pt>
    <dgm:pt modelId="{1E8B61F0-4A0E-41AA-9928-E481CAC6AF26}" type="sibTrans" cxnId="{251416B8-9200-4EE4-A0BC-36F5CD35448B}">
      <dgm:prSet/>
      <dgm:spPr/>
      <dgm:t>
        <a:bodyPr/>
        <a:lstStyle/>
        <a:p>
          <a:endParaRPr lang="en-US"/>
        </a:p>
      </dgm:t>
    </dgm:pt>
    <dgm:pt modelId="{8EB8E60D-60BB-445D-B354-328F7CEB55CD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 dirty="0">
              <a:latin typeface="Aptos Display" panose="020F0302020204030204"/>
              <a:ea typeface="+mn-ea"/>
              <a:cs typeface="+mn-cs"/>
            </a:rPr>
            <a:t>Miles are converted to kilometers</a:t>
          </a:r>
          <a:endParaRPr lang="en-US" sz="1500" dirty="0">
            <a:ea typeface="+mn-ea"/>
            <a:cs typeface="+mn-cs"/>
          </a:endParaRPr>
        </a:p>
      </dgm:t>
    </dgm:pt>
    <dgm:pt modelId="{80D7F69C-0B46-47CA-B040-474181CDE855}" type="parTrans" cxnId="{738D79B0-178F-44BD-A9A2-E7768B16625F}">
      <dgm:prSet/>
      <dgm:spPr/>
      <dgm:t>
        <a:bodyPr/>
        <a:lstStyle/>
        <a:p>
          <a:endParaRPr lang="en-US"/>
        </a:p>
      </dgm:t>
    </dgm:pt>
    <dgm:pt modelId="{3B0C7B6F-5908-475F-8FFF-F9CF6C76ACCC}" type="sibTrans" cxnId="{738D79B0-178F-44BD-A9A2-E7768B16625F}">
      <dgm:prSet/>
      <dgm:spPr/>
      <dgm:t>
        <a:bodyPr/>
        <a:lstStyle/>
        <a:p>
          <a:endParaRPr lang="en-US"/>
        </a:p>
      </dgm:t>
    </dgm:pt>
    <dgm:pt modelId="{8B2CD3D4-303F-4DCC-9463-FBD82CE9DF71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600" dirty="0">
              <a:latin typeface="Aptos Display" panose="020F0302020204030204"/>
              <a:ea typeface="+mn-ea"/>
              <a:cs typeface="+mn-cs"/>
            </a:rPr>
            <a:t>Program ends</a:t>
          </a:r>
          <a:endParaRPr lang="en-US" sz="600" dirty="0">
            <a:ea typeface="+mn-ea"/>
            <a:cs typeface="+mn-cs"/>
          </a:endParaRPr>
        </a:p>
      </dgm:t>
    </dgm:pt>
    <dgm:pt modelId="{EE29EF90-2153-4354-9A1E-45AF5A85E3C6}" type="parTrans" cxnId="{D234E505-4F6D-4DCC-A326-3C46C5B03610}">
      <dgm:prSet/>
      <dgm:spPr/>
      <dgm:t>
        <a:bodyPr/>
        <a:lstStyle/>
        <a:p>
          <a:endParaRPr lang="en-US"/>
        </a:p>
      </dgm:t>
    </dgm:pt>
    <dgm:pt modelId="{34250C83-183A-4648-AC82-CE8395A4B53D}" type="sibTrans" cxnId="{D234E505-4F6D-4DCC-A326-3C46C5B03610}">
      <dgm:prSet/>
      <dgm:spPr/>
      <dgm:t>
        <a:bodyPr/>
        <a:lstStyle/>
        <a:p>
          <a:endParaRPr lang="en-US"/>
        </a:p>
      </dgm:t>
    </dgm:pt>
    <dgm:pt modelId="{1E7E6A0C-5CB0-41F8-844C-E6280A97BFE1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600" dirty="0">
              <a:latin typeface="Aptos Display" panose="020F0302020204030204"/>
              <a:ea typeface="+mn-ea"/>
              <a:cs typeface="+mn-cs"/>
            </a:rPr>
            <a:t>Print results</a:t>
          </a:r>
        </a:p>
      </dgm:t>
    </dgm:pt>
    <dgm:pt modelId="{A111F97D-BB15-4717-AE9A-25CFB92BF6EB}" type="parTrans" cxnId="{2FF04FCB-DB5D-4DDD-9C32-6ACC7B408F1D}">
      <dgm:prSet/>
      <dgm:spPr/>
    </dgm:pt>
    <dgm:pt modelId="{75DB84BB-E2D0-40E4-B702-D798B2B396F8}" type="sibTrans" cxnId="{2FF04FCB-DB5D-4DDD-9C32-6ACC7B408F1D}">
      <dgm:prSet/>
      <dgm:spPr/>
    </dgm:pt>
    <dgm:pt modelId="{160031A0-82FC-4739-838B-EE0D6DFF8DF4}" type="pres">
      <dgm:prSet presAssocID="{9387B6F5-ECE2-4868-863F-07B2314748D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EF8A81-585F-4F4F-A516-CAACB2AC555D}" type="pres">
      <dgm:prSet presAssocID="{DE93870F-6DFE-4D65-97A5-EB1B29152854}" presName="hierRoot1" presStyleCnt="0"/>
      <dgm:spPr/>
    </dgm:pt>
    <dgm:pt modelId="{34899CE8-2125-4665-869E-EA6BAEF36D4E}" type="pres">
      <dgm:prSet presAssocID="{DE93870F-6DFE-4D65-97A5-EB1B29152854}" presName="composite" presStyleCnt="0"/>
      <dgm:spPr/>
    </dgm:pt>
    <dgm:pt modelId="{BF2F4EC3-DACE-4AF1-9990-F91BC4C06BD5}" type="pres">
      <dgm:prSet presAssocID="{DE93870F-6DFE-4D65-97A5-EB1B29152854}" presName="background" presStyleLbl="node0" presStyleIdx="0" presStyleCnt="1"/>
      <dgm:spPr/>
    </dgm:pt>
    <dgm:pt modelId="{E02D4281-3A92-4B9E-BD34-5CB37B4912B5}" type="pres">
      <dgm:prSet presAssocID="{DE93870F-6DFE-4D65-97A5-EB1B29152854}" presName="text" presStyleLbl="fgAcc0" presStyleIdx="0" presStyleCnt="1">
        <dgm:presLayoutVars>
          <dgm:chPref val="3"/>
        </dgm:presLayoutVars>
      </dgm:prSet>
      <dgm:spPr/>
    </dgm:pt>
    <dgm:pt modelId="{6B425F1E-0736-4231-A146-2A7F6624E5E2}" type="pres">
      <dgm:prSet presAssocID="{DE93870F-6DFE-4D65-97A5-EB1B29152854}" presName="hierChild2" presStyleCnt="0"/>
      <dgm:spPr/>
    </dgm:pt>
    <dgm:pt modelId="{A11710CC-F9CA-4558-881B-CB46F0904DED}" type="pres">
      <dgm:prSet presAssocID="{B8F8A4CB-5A0F-4248-B73E-36E4F0C66022}" presName="Name10" presStyleLbl="parChTrans1D2" presStyleIdx="0" presStyleCnt="2"/>
      <dgm:spPr/>
    </dgm:pt>
    <dgm:pt modelId="{59EE5823-2445-4258-B626-BDCC8FCF690C}" type="pres">
      <dgm:prSet presAssocID="{0E02746A-1C8E-4154-96F8-8C0B7977F6A3}" presName="hierRoot2" presStyleCnt="0"/>
      <dgm:spPr/>
    </dgm:pt>
    <dgm:pt modelId="{D0179B8B-7FF6-40C8-B55A-75E214717E7D}" type="pres">
      <dgm:prSet presAssocID="{0E02746A-1C8E-4154-96F8-8C0B7977F6A3}" presName="composite2" presStyleCnt="0"/>
      <dgm:spPr/>
    </dgm:pt>
    <dgm:pt modelId="{0ACAC268-A9E3-4985-B5E9-59F9B78A2849}" type="pres">
      <dgm:prSet presAssocID="{0E02746A-1C8E-4154-96F8-8C0B7977F6A3}" presName="background2" presStyleLbl="node2" presStyleIdx="0" presStyleCnt="2"/>
      <dgm:spPr/>
    </dgm:pt>
    <dgm:pt modelId="{E3CD2074-8DBB-4A9E-96BC-04C15DF1B70C}" type="pres">
      <dgm:prSet presAssocID="{0E02746A-1C8E-4154-96F8-8C0B7977F6A3}" presName="text2" presStyleLbl="fgAcc2" presStyleIdx="0" presStyleCnt="2">
        <dgm:presLayoutVars>
          <dgm:chPref val="3"/>
        </dgm:presLayoutVars>
      </dgm:prSet>
      <dgm:spPr/>
    </dgm:pt>
    <dgm:pt modelId="{8F8977A1-BC50-453E-8C19-C167A51ABBFF}" type="pres">
      <dgm:prSet presAssocID="{0E02746A-1C8E-4154-96F8-8C0B7977F6A3}" presName="hierChild3" presStyleCnt="0"/>
      <dgm:spPr/>
    </dgm:pt>
    <dgm:pt modelId="{79CC6745-FFA6-40F3-A5B0-23E6630EC6B2}" type="pres">
      <dgm:prSet presAssocID="{C634FBDC-6F4F-4538-8A0F-027BD2BA98E1}" presName="Name17" presStyleLbl="parChTrans1D3" presStyleIdx="0" presStyleCnt="2"/>
      <dgm:spPr/>
    </dgm:pt>
    <dgm:pt modelId="{4FE0DE43-8C6A-4878-A2D8-2141C174A882}" type="pres">
      <dgm:prSet presAssocID="{58C33254-608B-4E68-AB8D-D81EA8095220}" presName="hierRoot3" presStyleCnt="0"/>
      <dgm:spPr/>
    </dgm:pt>
    <dgm:pt modelId="{3E0C3CBC-8277-4D41-91EE-D350328AAE1D}" type="pres">
      <dgm:prSet presAssocID="{58C33254-608B-4E68-AB8D-D81EA8095220}" presName="composite3" presStyleCnt="0"/>
      <dgm:spPr/>
    </dgm:pt>
    <dgm:pt modelId="{5E129A32-01B0-46F1-9B34-2F84CB1905BF}" type="pres">
      <dgm:prSet presAssocID="{58C33254-608B-4E68-AB8D-D81EA8095220}" presName="background3" presStyleLbl="node3" presStyleIdx="0" presStyleCnt="2"/>
      <dgm:spPr/>
    </dgm:pt>
    <dgm:pt modelId="{1CFF4F4C-E850-4A8A-BDCC-ABC3A54D46F4}" type="pres">
      <dgm:prSet presAssocID="{58C33254-608B-4E68-AB8D-D81EA8095220}" presName="text3" presStyleLbl="fgAcc3" presStyleIdx="0" presStyleCnt="2">
        <dgm:presLayoutVars>
          <dgm:chPref val="3"/>
        </dgm:presLayoutVars>
      </dgm:prSet>
      <dgm:spPr/>
    </dgm:pt>
    <dgm:pt modelId="{128F3D85-6888-456A-86DB-8998983A8189}" type="pres">
      <dgm:prSet presAssocID="{58C33254-608B-4E68-AB8D-D81EA8095220}" presName="hierChild4" presStyleCnt="0"/>
      <dgm:spPr/>
    </dgm:pt>
    <dgm:pt modelId="{5BAAFD84-E2C5-4DAB-ADB5-A4E528C6F9C5}" type="pres">
      <dgm:prSet presAssocID="{80D7F69C-0B46-47CA-B040-474181CDE855}" presName="Name10" presStyleLbl="parChTrans1D2" presStyleIdx="1" presStyleCnt="2"/>
      <dgm:spPr/>
    </dgm:pt>
    <dgm:pt modelId="{923BBE6A-83BD-4DA9-8139-509B52E0B8E5}" type="pres">
      <dgm:prSet presAssocID="{8EB8E60D-60BB-445D-B354-328F7CEB55CD}" presName="hierRoot2" presStyleCnt="0"/>
      <dgm:spPr/>
    </dgm:pt>
    <dgm:pt modelId="{8C6301B3-FC43-4507-953F-1DF9F18CA179}" type="pres">
      <dgm:prSet presAssocID="{8EB8E60D-60BB-445D-B354-328F7CEB55CD}" presName="composite2" presStyleCnt="0"/>
      <dgm:spPr/>
    </dgm:pt>
    <dgm:pt modelId="{BB1E21D8-282A-46D5-BB6A-A7AF842740E8}" type="pres">
      <dgm:prSet presAssocID="{8EB8E60D-60BB-445D-B354-328F7CEB55CD}" presName="background2" presStyleLbl="node2" presStyleIdx="1" presStyleCnt="2"/>
      <dgm:spPr/>
    </dgm:pt>
    <dgm:pt modelId="{D88C88CA-C5E3-4BAE-9351-A792DC5A9311}" type="pres">
      <dgm:prSet presAssocID="{8EB8E60D-60BB-445D-B354-328F7CEB55CD}" presName="text2" presStyleLbl="fgAcc2" presStyleIdx="1" presStyleCnt="2">
        <dgm:presLayoutVars>
          <dgm:chPref val="3"/>
        </dgm:presLayoutVars>
      </dgm:prSet>
      <dgm:spPr/>
    </dgm:pt>
    <dgm:pt modelId="{B541BF99-E040-4247-94CC-90FFC6AF292D}" type="pres">
      <dgm:prSet presAssocID="{8EB8E60D-60BB-445D-B354-328F7CEB55CD}" presName="hierChild3" presStyleCnt="0"/>
      <dgm:spPr/>
    </dgm:pt>
    <dgm:pt modelId="{25D37DF1-CBA4-4F52-AEC1-484A37348630}" type="pres">
      <dgm:prSet presAssocID="{A111F97D-BB15-4717-AE9A-25CFB92BF6EB}" presName="Name17" presStyleLbl="parChTrans1D3" presStyleIdx="1" presStyleCnt="2"/>
      <dgm:spPr/>
    </dgm:pt>
    <dgm:pt modelId="{21B22138-5AC0-4E92-95A6-65D4549ABC87}" type="pres">
      <dgm:prSet presAssocID="{1E7E6A0C-5CB0-41F8-844C-E6280A97BFE1}" presName="hierRoot3" presStyleCnt="0"/>
      <dgm:spPr/>
    </dgm:pt>
    <dgm:pt modelId="{03A93F6C-1547-44FA-B28F-FB6994311A91}" type="pres">
      <dgm:prSet presAssocID="{1E7E6A0C-5CB0-41F8-844C-E6280A97BFE1}" presName="composite3" presStyleCnt="0"/>
      <dgm:spPr/>
    </dgm:pt>
    <dgm:pt modelId="{B014DC25-4161-456A-919B-92E3E1167746}" type="pres">
      <dgm:prSet presAssocID="{1E7E6A0C-5CB0-41F8-844C-E6280A97BFE1}" presName="background3" presStyleLbl="node3" presStyleIdx="1" presStyleCnt="2"/>
      <dgm:spPr/>
    </dgm:pt>
    <dgm:pt modelId="{3C4ABCBD-1A36-43E7-8A38-044D569E69B1}" type="pres">
      <dgm:prSet presAssocID="{1E7E6A0C-5CB0-41F8-844C-E6280A97BFE1}" presName="text3" presStyleLbl="fgAcc3" presStyleIdx="1" presStyleCnt="2">
        <dgm:presLayoutVars>
          <dgm:chPref val="3"/>
        </dgm:presLayoutVars>
      </dgm:prSet>
      <dgm:spPr/>
    </dgm:pt>
    <dgm:pt modelId="{2DC2BD90-DAB8-46ED-9BE9-A7B2B23F4EFF}" type="pres">
      <dgm:prSet presAssocID="{1E7E6A0C-5CB0-41F8-844C-E6280A97BFE1}" presName="hierChild4" presStyleCnt="0"/>
      <dgm:spPr/>
    </dgm:pt>
    <dgm:pt modelId="{C4DD3D4F-DDF9-4A17-BE84-705856697AD6}" type="pres">
      <dgm:prSet presAssocID="{EE29EF90-2153-4354-9A1E-45AF5A85E3C6}" presName="Name23" presStyleLbl="parChTrans1D4" presStyleIdx="0" presStyleCnt="1"/>
      <dgm:spPr/>
    </dgm:pt>
    <dgm:pt modelId="{695C8578-C4FF-46C7-84AC-C9B809D4AE9A}" type="pres">
      <dgm:prSet presAssocID="{8B2CD3D4-303F-4DCC-9463-FBD82CE9DF71}" presName="hierRoot4" presStyleCnt="0"/>
      <dgm:spPr/>
    </dgm:pt>
    <dgm:pt modelId="{494C0E01-3C38-4F38-BC5C-E7B8D43D86EE}" type="pres">
      <dgm:prSet presAssocID="{8B2CD3D4-303F-4DCC-9463-FBD82CE9DF71}" presName="composite4" presStyleCnt="0"/>
      <dgm:spPr/>
    </dgm:pt>
    <dgm:pt modelId="{B4292B79-43DA-452F-B847-20006ADA62F7}" type="pres">
      <dgm:prSet presAssocID="{8B2CD3D4-303F-4DCC-9463-FBD82CE9DF71}" presName="background4" presStyleLbl="node4" presStyleIdx="0" presStyleCnt="1"/>
      <dgm:spPr/>
    </dgm:pt>
    <dgm:pt modelId="{CE27DE6F-0318-4A0D-BB50-E35F7BF9AE0C}" type="pres">
      <dgm:prSet presAssocID="{8B2CD3D4-303F-4DCC-9463-FBD82CE9DF71}" presName="text4" presStyleLbl="fgAcc4" presStyleIdx="0" presStyleCnt="1">
        <dgm:presLayoutVars>
          <dgm:chPref val="3"/>
        </dgm:presLayoutVars>
      </dgm:prSet>
      <dgm:spPr/>
    </dgm:pt>
    <dgm:pt modelId="{18F3723D-02B7-44F4-AE78-A50DC4F33C94}" type="pres">
      <dgm:prSet presAssocID="{8B2CD3D4-303F-4DCC-9463-FBD82CE9DF71}" presName="hierChild5" presStyleCnt="0"/>
      <dgm:spPr/>
    </dgm:pt>
  </dgm:ptLst>
  <dgm:cxnLst>
    <dgm:cxn modelId="{D234E505-4F6D-4DCC-A326-3C46C5B03610}" srcId="{1E7E6A0C-5CB0-41F8-844C-E6280A97BFE1}" destId="{8B2CD3D4-303F-4DCC-9463-FBD82CE9DF71}" srcOrd="0" destOrd="0" parTransId="{EE29EF90-2153-4354-9A1E-45AF5A85E3C6}" sibTransId="{34250C83-183A-4648-AC82-CE8395A4B53D}"/>
    <dgm:cxn modelId="{DD3E3B07-6C02-4A29-B619-A98E42CFBC1E}" type="presOf" srcId="{B8F8A4CB-5A0F-4248-B73E-36E4F0C66022}" destId="{A11710CC-F9CA-4558-881B-CB46F0904DED}" srcOrd="0" destOrd="0" presId="urn:microsoft.com/office/officeart/2005/8/layout/hierarchy1"/>
    <dgm:cxn modelId="{23789011-E1F0-4605-9411-FB909E265DBA}" type="presOf" srcId="{DE93870F-6DFE-4D65-97A5-EB1B29152854}" destId="{E02D4281-3A92-4B9E-BD34-5CB37B4912B5}" srcOrd="0" destOrd="0" presId="urn:microsoft.com/office/officeart/2005/8/layout/hierarchy1"/>
    <dgm:cxn modelId="{538EFA40-9025-4165-A689-EC6DB174CA5F}" type="presOf" srcId="{58C33254-608B-4E68-AB8D-D81EA8095220}" destId="{1CFF4F4C-E850-4A8A-BDCC-ABC3A54D46F4}" srcOrd="0" destOrd="0" presId="urn:microsoft.com/office/officeart/2005/8/layout/hierarchy1"/>
    <dgm:cxn modelId="{5B42F144-0E67-4187-B930-D4CDD90583D3}" type="presOf" srcId="{8EB8E60D-60BB-445D-B354-328F7CEB55CD}" destId="{D88C88CA-C5E3-4BAE-9351-A792DC5A9311}" srcOrd="0" destOrd="0" presId="urn:microsoft.com/office/officeart/2005/8/layout/hierarchy1"/>
    <dgm:cxn modelId="{C5D0E856-F953-4D32-9291-75EEDF4391A8}" type="presOf" srcId="{8B2CD3D4-303F-4DCC-9463-FBD82CE9DF71}" destId="{CE27DE6F-0318-4A0D-BB50-E35F7BF9AE0C}" srcOrd="0" destOrd="0" presId="urn:microsoft.com/office/officeart/2005/8/layout/hierarchy1"/>
    <dgm:cxn modelId="{379E935A-2DCD-4C64-84C4-AB7B9447D4A0}" type="presOf" srcId="{EE29EF90-2153-4354-9A1E-45AF5A85E3C6}" destId="{C4DD3D4F-DDF9-4A17-BE84-705856697AD6}" srcOrd="0" destOrd="0" presId="urn:microsoft.com/office/officeart/2005/8/layout/hierarchy1"/>
    <dgm:cxn modelId="{1607697F-C56E-4AEF-9BD6-7365FDF016E4}" type="presOf" srcId="{1E7E6A0C-5CB0-41F8-844C-E6280A97BFE1}" destId="{3C4ABCBD-1A36-43E7-8A38-044D569E69B1}" srcOrd="0" destOrd="0" presId="urn:microsoft.com/office/officeart/2005/8/layout/hierarchy1"/>
    <dgm:cxn modelId="{6764AF8B-D44D-440C-B5D6-5C4EAAF4BAA3}" type="presOf" srcId="{A111F97D-BB15-4717-AE9A-25CFB92BF6EB}" destId="{25D37DF1-CBA4-4F52-AEC1-484A37348630}" srcOrd="0" destOrd="0" presId="urn:microsoft.com/office/officeart/2005/8/layout/hierarchy1"/>
    <dgm:cxn modelId="{60FC958C-EF09-4C46-8963-5967CAE9F26A}" srcId="{DE93870F-6DFE-4D65-97A5-EB1B29152854}" destId="{0E02746A-1C8E-4154-96F8-8C0B7977F6A3}" srcOrd="0" destOrd="0" parTransId="{B8F8A4CB-5A0F-4248-B73E-36E4F0C66022}" sibTransId="{65C53C66-3B27-4C0C-AA7C-C9DF54366711}"/>
    <dgm:cxn modelId="{929A1393-8F83-4BE7-A0AE-FAFC5D84A606}" srcId="{9387B6F5-ECE2-4868-863F-07B2314748DD}" destId="{DE93870F-6DFE-4D65-97A5-EB1B29152854}" srcOrd="0" destOrd="0" parTransId="{55833311-21C2-4C71-8DD0-0FD828B4DD51}" sibTransId="{56F737F0-49D6-4E43-B989-338611B1D1CF}"/>
    <dgm:cxn modelId="{2D812DA8-5107-4F85-940F-2F37D98D249B}" type="presOf" srcId="{C634FBDC-6F4F-4538-8A0F-027BD2BA98E1}" destId="{79CC6745-FFA6-40F3-A5B0-23E6630EC6B2}" srcOrd="0" destOrd="0" presId="urn:microsoft.com/office/officeart/2005/8/layout/hierarchy1"/>
    <dgm:cxn modelId="{738D79B0-178F-44BD-A9A2-E7768B16625F}" srcId="{DE93870F-6DFE-4D65-97A5-EB1B29152854}" destId="{8EB8E60D-60BB-445D-B354-328F7CEB55CD}" srcOrd="1" destOrd="0" parTransId="{80D7F69C-0B46-47CA-B040-474181CDE855}" sibTransId="{3B0C7B6F-5908-475F-8FFF-F9CF6C76ACCC}"/>
    <dgm:cxn modelId="{94C8C8B0-AEB4-41AA-A024-715726847071}" type="presOf" srcId="{80D7F69C-0B46-47CA-B040-474181CDE855}" destId="{5BAAFD84-E2C5-4DAB-ADB5-A4E528C6F9C5}" srcOrd="0" destOrd="0" presId="urn:microsoft.com/office/officeart/2005/8/layout/hierarchy1"/>
    <dgm:cxn modelId="{251416B8-9200-4EE4-A0BC-36F5CD35448B}" srcId="{0E02746A-1C8E-4154-96F8-8C0B7977F6A3}" destId="{58C33254-608B-4E68-AB8D-D81EA8095220}" srcOrd="0" destOrd="0" parTransId="{C634FBDC-6F4F-4538-8A0F-027BD2BA98E1}" sibTransId="{1E8B61F0-4A0E-41AA-9928-E481CAC6AF26}"/>
    <dgm:cxn modelId="{948FFCBA-238F-439E-AE3B-F68309233BE0}" type="presOf" srcId="{0E02746A-1C8E-4154-96F8-8C0B7977F6A3}" destId="{E3CD2074-8DBB-4A9E-96BC-04C15DF1B70C}" srcOrd="0" destOrd="0" presId="urn:microsoft.com/office/officeart/2005/8/layout/hierarchy1"/>
    <dgm:cxn modelId="{35FFC8C9-CB9F-4B43-9B32-6E26902254FE}" type="presOf" srcId="{9387B6F5-ECE2-4868-863F-07B2314748DD}" destId="{160031A0-82FC-4739-838B-EE0D6DFF8DF4}" srcOrd="0" destOrd="0" presId="urn:microsoft.com/office/officeart/2005/8/layout/hierarchy1"/>
    <dgm:cxn modelId="{2FF04FCB-DB5D-4DDD-9C32-6ACC7B408F1D}" srcId="{8EB8E60D-60BB-445D-B354-328F7CEB55CD}" destId="{1E7E6A0C-5CB0-41F8-844C-E6280A97BFE1}" srcOrd="0" destOrd="0" parTransId="{A111F97D-BB15-4717-AE9A-25CFB92BF6EB}" sibTransId="{75DB84BB-E2D0-40E4-B702-D798B2B396F8}"/>
    <dgm:cxn modelId="{A3AE60B0-6AA3-4DBF-B32E-14571DF72A49}" type="presParOf" srcId="{160031A0-82FC-4739-838B-EE0D6DFF8DF4}" destId="{E5EF8A81-585F-4F4F-A516-CAACB2AC555D}" srcOrd="0" destOrd="0" presId="urn:microsoft.com/office/officeart/2005/8/layout/hierarchy1"/>
    <dgm:cxn modelId="{B21AEE6F-5FFA-4C77-8022-C89F2DB3B1A8}" type="presParOf" srcId="{E5EF8A81-585F-4F4F-A516-CAACB2AC555D}" destId="{34899CE8-2125-4665-869E-EA6BAEF36D4E}" srcOrd="0" destOrd="0" presId="urn:microsoft.com/office/officeart/2005/8/layout/hierarchy1"/>
    <dgm:cxn modelId="{B7A509CB-4E8B-40B6-A0EE-C8B7C05FC15A}" type="presParOf" srcId="{34899CE8-2125-4665-869E-EA6BAEF36D4E}" destId="{BF2F4EC3-DACE-4AF1-9990-F91BC4C06BD5}" srcOrd="0" destOrd="0" presId="urn:microsoft.com/office/officeart/2005/8/layout/hierarchy1"/>
    <dgm:cxn modelId="{48DADF73-EBC0-4831-B6F4-2A81F9F68BAC}" type="presParOf" srcId="{34899CE8-2125-4665-869E-EA6BAEF36D4E}" destId="{E02D4281-3A92-4B9E-BD34-5CB37B4912B5}" srcOrd="1" destOrd="0" presId="urn:microsoft.com/office/officeart/2005/8/layout/hierarchy1"/>
    <dgm:cxn modelId="{CA98641F-BD84-4BFE-991B-D164202EF750}" type="presParOf" srcId="{E5EF8A81-585F-4F4F-A516-CAACB2AC555D}" destId="{6B425F1E-0736-4231-A146-2A7F6624E5E2}" srcOrd="1" destOrd="0" presId="urn:microsoft.com/office/officeart/2005/8/layout/hierarchy1"/>
    <dgm:cxn modelId="{E9396E86-6C75-499E-B15D-1C463217BC6C}" type="presParOf" srcId="{6B425F1E-0736-4231-A146-2A7F6624E5E2}" destId="{A11710CC-F9CA-4558-881B-CB46F0904DED}" srcOrd="0" destOrd="0" presId="urn:microsoft.com/office/officeart/2005/8/layout/hierarchy1"/>
    <dgm:cxn modelId="{B6294B4F-8F52-46AB-BF25-4A22B23A4A2D}" type="presParOf" srcId="{6B425F1E-0736-4231-A146-2A7F6624E5E2}" destId="{59EE5823-2445-4258-B626-BDCC8FCF690C}" srcOrd="1" destOrd="0" presId="urn:microsoft.com/office/officeart/2005/8/layout/hierarchy1"/>
    <dgm:cxn modelId="{0F4ECC22-A5C3-4F64-AA70-820BB7E2D075}" type="presParOf" srcId="{59EE5823-2445-4258-B626-BDCC8FCF690C}" destId="{D0179B8B-7FF6-40C8-B55A-75E214717E7D}" srcOrd="0" destOrd="0" presId="urn:microsoft.com/office/officeart/2005/8/layout/hierarchy1"/>
    <dgm:cxn modelId="{14AAD25E-A9B8-4912-A683-47387F92739B}" type="presParOf" srcId="{D0179B8B-7FF6-40C8-B55A-75E214717E7D}" destId="{0ACAC268-A9E3-4985-B5E9-59F9B78A2849}" srcOrd="0" destOrd="0" presId="urn:microsoft.com/office/officeart/2005/8/layout/hierarchy1"/>
    <dgm:cxn modelId="{E67B9BF2-5713-4122-B6CE-279588DF6864}" type="presParOf" srcId="{D0179B8B-7FF6-40C8-B55A-75E214717E7D}" destId="{E3CD2074-8DBB-4A9E-96BC-04C15DF1B70C}" srcOrd="1" destOrd="0" presId="urn:microsoft.com/office/officeart/2005/8/layout/hierarchy1"/>
    <dgm:cxn modelId="{857F2C52-232C-40B2-8DAC-A6D607A28983}" type="presParOf" srcId="{59EE5823-2445-4258-B626-BDCC8FCF690C}" destId="{8F8977A1-BC50-453E-8C19-C167A51ABBFF}" srcOrd="1" destOrd="0" presId="urn:microsoft.com/office/officeart/2005/8/layout/hierarchy1"/>
    <dgm:cxn modelId="{F1B593B0-B167-4E2E-8110-033CA43E2CEB}" type="presParOf" srcId="{8F8977A1-BC50-453E-8C19-C167A51ABBFF}" destId="{79CC6745-FFA6-40F3-A5B0-23E6630EC6B2}" srcOrd="0" destOrd="0" presId="urn:microsoft.com/office/officeart/2005/8/layout/hierarchy1"/>
    <dgm:cxn modelId="{74B57D07-8A7B-4C05-9D8A-24F700497229}" type="presParOf" srcId="{8F8977A1-BC50-453E-8C19-C167A51ABBFF}" destId="{4FE0DE43-8C6A-4878-A2D8-2141C174A882}" srcOrd="1" destOrd="0" presId="urn:microsoft.com/office/officeart/2005/8/layout/hierarchy1"/>
    <dgm:cxn modelId="{7F397B90-5BBF-4977-AC2A-D10DF8352586}" type="presParOf" srcId="{4FE0DE43-8C6A-4878-A2D8-2141C174A882}" destId="{3E0C3CBC-8277-4D41-91EE-D350328AAE1D}" srcOrd="0" destOrd="0" presId="urn:microsoft.com/office/officeart/2005/8/layout/hierarchy1"/>
    <dgm:cxn modelId="{E3ED8DD2-8FF2-4CBD-A310-DFFF9AA02B3D}" type="presParOf" srcId="{3E0C3CBC-8277-4D41-91EE-D350328AAE1D}" destId="{5E129A32-01B0-46F1-9B34-2F84CB1905BF}" srcOrd="0" destOrd="0" presId="urn:microsoft.com/office/officeart/2005/8/layout/hierarchy1"/>
    <dgm:cxn modelId="{26906108-4195-45F9-95FC-A637AF5013AE}" type="presParOf" srcId="{3E0C3CBC-8277-4D41-91EE-D350328AAE1D}" destId="{1CFF4F4C-E850-4A8A-BDCC-ABC3A54D46F4}" srcOrd="1" destOrd="0" presId="urn:microsoft.com/office/officeart/2005/8/layout/hierarchy1"/>
    <dgm:cxn modelId="{B9ACE6DF-9DDF-452B-839B-ECA7734C0FF0}" type="presParOf" srcId="{4FE0DE43-8C6A-4878-A2D8-2141C174A882}" destId="{128F3D85-6888-456A-86DB-8998983A8189}" srcOrd="1" destOrd="0" presId="urn:microsoft.com/office/officeart/2005/8/layout/hierarchy1"/>
    <dgm:cxn modelId="{4ADA84FF-1456-4E9B-8EDD-6E0C8FA3BF94}" type="presParOf" srcId="{6B425F1E-0736-4231-A146-2A7F6624E5E2}" destId="{5BAAFD84-E2C5-4DAB-ADB5-A4E528C6F9C5}" srcOrd="2" destOrd="0" presId="urn:microsoft.com/office/officeart/2005/8/layout/hierarchy1"/>
    <dgm:cxn modelId="{CF785E02-ECBB-4F7E-A306-197A37D452C2}" type="presParOf" srcId="{6B425F1E-0736-4231-A146-2A7F6624E5E2}" destId="{923BBE6A-83BD-4DA9-8139-509B52E0B8E5}" srcOrd="3" destOrd="0" presId="urn:microsoft.com/office/officeart/2005/8/layout/hierarchy1"/>
    <dgm:cxn modelId="{0A96962E-D8C3-444A-B5E8-A133C0BDEDCA}" type="presParOf" srcId="{923BBE6A-83BD-4DA9-8139-509B52E0B8E5}" destId="{8C6301B3-FC43-4507-953F-1DF9F18CA179}" srcOrd="0" destOrd="0" presId="urn:microsoft.com/office/officeart/2005/8/layout/hierarchy1"/>
    <dgm:cxn modelId="{68D6504E-31A2-4D44-9DD4-E6BC9B831528}" type="presParOf" srcId="{8C6301B3-FC43-4507-953F-1DF9F18CA179}" destId="{BB1E21D8-282A-46D5-BB6A-A7AF842740E8}" srcOrd="0" destOrd="0" presId="urn:microsoft.com/office/officeart/2005/8/layout/hierarchy1"/>
    <dgm:cxn modelId="{09320888-9C62-41B9-A494-814B5849F72C}" type="presParOf" srcId="{8C6301B3-FC43-4507-953F-1DF9F18CA179}" destId="{D88C88CA-C5E3-4BAE-9351-A792DC5A9311}" srcOrd="1" destOrd="0" presId="urn:microsoft.com/office/officeart/2005/8/layout/hierarchy1"/>
    <dgm:cxn modelId="{89122A5F-A747-48B6-848A-940760EAEEEF}" type="presParOf" srcId="{923BBE6A-83BD-4DA9-8139-509B52E0B8E5}" destId="{B541BF99-E040-4247-94CC-90FFC6AF292D}" srcOrd="1" destOrd="0" presId="urn:microsoft.com/office/officeart/2005/8/layout/hierarchy1"/>
    <dgm:cxn modelId="{B6C590CD-FB03-4ED5-BF9D-D4FAEBF95EEF}" type="presParOf" srcId="{B541BF99-E040-4247-94CC-90FFC6AF292D}" destId="{25D37DF1-CBA4-4F52-AEC1-484A37348630}" srcOrd="0" destOrd="0" presId="urn:microsoft.com/office/officeart/2005/8/layout/hierarchy1"/>
    <dgm:cxn modelId="{1BCCAA1F-35E3-4323-B5C4-3A90401E8099}" type="presParOf" srcId="{B541BF99-E040-4247-94CC-90FFC6AF292D}" destId="{21B22138-5AC0-4E92-95A6-65D4549ABC87}" srcOrd="1" destOrd="0" presId="urn:microsoft.com/office/officeart/2005/8/layout/hierarchy1"/>
    <dgm:cxn modelId="{E60599F5-42F7-4E3C-9723-58A6BCCACF1E}" type="presParOf" srcId="{21B22138-5AC0-4E92-95A6-65D4549ABC87}" destId="{03A93F6C-1547-44FA-B28F-FB6994311A91}" srcOrd="0" destOrd="0" presId="urn:microsoft.com/office/officeart/2005/8/layout/hierarchy1"/>
    <dgm:cxn modelId="{94131F75-869F-476F-B490-287EBE2D8155}" type="presParOf" srcId="{03A93F6C-1547-44FA-B28F-FB6994311A91}" destId="{B014DC25-4161-456A-919B-92E3E1167746}" srcOrd="0" destOrd="0" presId="urn:microsoft.com/office/officeart/2005/8/layout/hierarchy1"/>
    <dgm:cxn modelId="{A6D50C68-A4F4-4556-B3DC-DCCE434230FF}" type="presParOf" srcId="{03A93F6C-1547-44FA-B28F-FB6994311A91}" destId="{3C4ABCBD-1A36-43E7-8A38-044D569E69B1}" srcOrd="1" destOrd="0" presId="urn:microsoft.com/office/officeart/2005/8/layout/hierarchy1"/>
    <dgm:cxn modelId="{7922C97A-468C-4C0C-BD03-C74D63EA3F0A}" type="presParOf" srcId="{21B22138-5AC0-4E92-95A6-65D4549ABC87}" destId="{2DC2BD90-DAB8-46ED-9BE9-A7B2B23F4EFF}" srcOrd="1" destOrd="0" presId="urn:microsoft.com/office/officeart/2005/8/layout/hierarchy1"/>
    <dgm:cxn modelId="{7E025C56-BFE8-4450-9495-38CE0286B3F5}" type="presParOf" srcId="{2DC2BD90-DAB8-46ED-9BE9-A7B2B23F4EFF}" destId="{C4DD3D4F-DDF9-4A17-BE84-705856697AD6}" srcOrd="0" destOrd="0" presId="urn:microsoft.com/office/officeart/2005/8/layout/hierarchy1"/>
    <dgm:cxn modelId="{5EA1032D-5B36-4640-A1E3-ECA0EC2AD53D}" type="presParOf" srcId="{2DC2BD90-DAB8-46ED-9BE9-A7B2B23F4EFF}" destId="{695C8578-C4FF-46C7-84AC-C9B809D4AE9A}" srcOrd="1" destOrd="0" presId="urn:microsoft.com/office/officeart/2005/8/layout/hierarchy1"/>
    <dgm:cxn modelId="{067829ED-C8DC-478E-86C1-215B426A8080}" type="presParOf" srcId="{695C8578-C4FF-46C7-84AC-C9B809D4AE9A}" destId="{494C0E01-3C38-4F38-BC5C-E7B8D43D86EE}" srcOrd="0" destOrd="0" presId="urn:microsoft.com/office/officeart/2005/8/layout/hierarchy1"/>
    <dgm:cxn modelId="{213FEA70-EE43-4C55-A9E5-B1FDD20E46BA}" type="presParOf" srcId="{494C0E01-3C38-4F38-BC5C-E7B8D43D86EE}" destId="{B4292B79-43DA-452F-B847-20006ADA62F7}" srcOrd="0" destOrd="0" presId="urn:microsoft.com/office/officeart/2005/8/layout/hierarchy1"/>
    <dgm:cxn modelId="{680C0304-05C7-4E9F-9A49-673C8A8B43E1}" type="presParOf" srcId="{494C0E01-3C38-4F38-BC5C-E7B8D43D86EE}" destId="{CE27DE6F-0318-4A0D-BB50-E35F7BF9AE0C}" srcOrd="1" destOrd="0" presId="urn:microsoft.com/office/officeart/2005/8/layout/hierarchy1"/>
    <dgm:cxn modelId="{107E9C6E-90B6-4FCF-9938-9316C661988F}" type="presParOf" srcId="{695C8578-C4FF-46C7-84AC-C9B809D4AE9A}" destId="{18F3723D-02B7-44F4-AE78-A50DC4F33C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D3D4F-DDF9-4A17-BE84-705856697AD6}">
      <dsp:nvSpPr>
        <dsp:cNvPr id="0" name=""/>
        <dsp:cNvSpPr/>
      </dsp:nvSpPr>
      <dsp:spPr>
        <a:xfrm>
          <a:off x="5898828" y="3075138"/>
          <a:ext cx="91440" cy="3595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95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D37DF1-CBA4-4F52-AEC1-484A37348630}">
      <dsp:nvSpPr>
        <dsp:cNvPr id="0" name=""/>
        <dsp:cNvSpPr/>
      </dsp:nvSpPr>
      <dsp:spPr>
        <a:xfrm>
          <a:off x="5898828" y="1930671"/>
          <a:ext cx="91440" cy="3595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95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AAFD84-E2C5-4DAB-ADB5-A4E528C6F9C5}">
      <dsp:nvSpPr>
        <dsp:cNvPr id="0" name=""/>
        <dsp:cNvSpPr/>
      </dsp:nvSpPr>
      <dsp:spPr>
        <a:xfrm>
          <a:off x="5189125" y="786204"/>
          <a:ext cx="755423" cy="3595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997"/>
              </a:lnTo>
              <a:lnTo>
                <a:pt x="755423" y="244997"/>
              </a:lnTo>
              <a:lnTo>
                <a:pt x="755423" y="3595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C6745-FFA6-40F3-A5B0-23E6630EC6B2}">
      <dsp:nvSpPr>
        <dsp:cNvPr id="0" name=""/>
        <dsp:cNvSpPr/>
      </dsp:nvSpPr>
      <dsp:spPr>
        <a:xfrm>
          <a:off x="4387981" y="1930671"/>
          <a:ext cx="91440" cy="3595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95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1710CC-F9CA-4558-881B-CB46F0904DED}">
      <dsp:nvSpPr>
        <dsp:cNvPr id="0" name=""/>
        <dsp:cNvSpPr/>
      </dsp:nvSpPr>
      <dsp:spPr>
        <a:xfrm>
          <a:off x="4433701" y="786204"/>
          <a:ext cx="755423" cy="359512"/>
        </a:xfrm>
        <a:custGeom>
          <a:avLst/>
          <a:gdLst/>
          <a:ahLst/>
          <a:cxnLst/>
          <a:rect l="0" t="0" r="0" b="0"/>
          <a:pathLst>
            <a:path>
              <a:moveTo>
                <a:pt x="755423" y="0"/>
              </a:moveTo>
              <a:lnTo>
                <a:pt x="755423" y="244997"/>
              </a:lnTo>
              <a:lnTo>
                <a:pt x="0" y="244997"/>
              </a:lnTo>
              <a:lnTo>
                <a:pt x="0" y="3595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F4EC3-DACE-4AF1-9990-F91BC4C06BD5}">
      <dsp:nvSpPr>
        <dsp:cNvPr id="0" name=""/>
        <dsp:cNvSpPr/>
      </dsp:nvSpPr>
      <dsp:spPr>
        <a:xfrm>
          <a:off x="4571051" y="1250"/>
          <a:ext cx="1236147" cy="784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D4281-3A92-4B9E-BD34-5CB37B4912B5}">
      <dsp:nvSpPr>
        <dsp:cNvPr id="0" name=""/>
        <dsp:cNvSpPr/>
      </dsp:nvSpPr>
      <dsp:spPr>
        <a:xfrm>
          <a:off x="4708400" y="131732"/>
          <a:ext cx="1236147" cy="784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F0302020204030204"/>
              <a:ea typeface="+mn-ea"/>
              <a:cs typeface="+mn-cs"/>
            </a:rPr>
            <a:t>User inputs number of miles</a:t>
          </a:r>
          <a:endParaRPr lang="en-US" sz="1100" kern="1200" dirty="0">
            <a:ea typeface="+mn-ea"/>
            <a:cs typeface="+mn-cs"/>
          </a:endParaRPr>
        </a:p>
      </dsp:txBody>
      <dsp:txXfrm>
        <a:off x="4731390" y="154722"/>
        <a:ext cx="1190167" cy="738973"/>
      </dsp:txXfrm>
    </dsp:sp>
    <dsp:sp modelId="{0ACAC268-A9E3-4985-B5E9-59F9B78A2849}">
      <dsp:nvSpPr>
        <dsp:cNvPr id="0" name=""/>
        <dsp:cNvSpPr/>
      </dsp:nvSpPr>
      <dsp:spPr>
        <a:xfrm>
          <a:off x="3815627" y="1145717"/>
          <a:ext cx="1236147" cy="784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CD2074-8DBB-4A9E-96BC-04C15DF1B70C}">
      <dsp:nvSpPr>
        <dsp:cNvPr id="0" name=""/>
        <dsp:cNvSpPr/>
      </dsp:nvSpPr>
      <dsp:spPr>
        <a:xfrm>
          <a:off x="3952977" y="1276199"/>
          <a:ext cx="1236147" cy="784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F0302020204030204"/>
              <a:ea typeface="+mn-ea"/>
              <a:cs typeface="+mn-cs"/>
            </a:rPr>
            <a:t>A value is entered that is not a number</a:t>
          </a:r>
          <a:endParaRPr lang="en-US" sz="1100" kern="1200" dirty="0">
            <a:ea typeface="+mn-ea"/>
            <a:cs typeface="+mn-cs"/>
          </a:endParaRPr>
        </a:p>
      </dsp:txBody>
      <dsp:txXfrm>
        <a:off x="3975967" y="1299189"/>
        <a:ext cx="1190167" cy="738973"/>
      </dsp:txXfrm>
    </dsp:sp>
    <dsp:sp modelId="{5E129A32-01B0-46F1-9B34-2F84CB1905BF}">
      <dsp:nvSpPr>
        <dsp:cNvPr id="0" name=""/>
        <dsp:cNvSpPr/>
      </dsp:nvSpPr>
      <dsp:spPr>
        <a:xfrm>
          <a:off x="3815627" y="2290184"/>
          <a:ext cx="1236147" cy="784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F4F4C-E850-4A8A-BDCC-ABC3A54D46F4}">
      <dsp:nvSpPr>
        <dsp:cNvPr id="0" name=""/>
        <dsp:cNvSpPr/>
      </dsp:nvSpPr>
      <dsp:spPr>
        <a:xfrm>
          <a:off x="3952977" y="2420666"/>
          <a:ext cx="1236147" cy="784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/>
              <a:ea typeface="+mn-ea"/>
              <a:cs typeface="+mn-cs"/>
            </a:rPr>
            <a:t>Error message occurs, prompting user to enter only a number</a:t>
          </a:r>
        </a:p>
      </dsp:txBody>
      <dsp:txXfrm>
        <a:off x="3975967" y="2443656"/>
        <a:ext cx="1190167" cy="738973"/>
      </dsp:txXfrm>
    </dsp:sp>
    <dsp:sp modelId="{BB1E21D8-282A-46D5-BB6A-A7AF842740E8}">
      <dsp:nvSpPr>
        <dsp:cNvPr id="0" name=""/>
        <dsp:cNvSpPr/>
      </dsp:nvSpPr>
      <dsp:spPr>
        <a:xfrm>
          <a:off x="5326474" y="1145717"/>
          <a:ext cx="1236147" cy="784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C88CA-C5E3-4BAE-9351-A792DC5A9311}">
      <dsp:nvSpPr>
        <dsp:cNvPr id="0" name=""/>
        <dsp:cNvSpPr/>
      </dsp:nvSpPr>
      <dsp:spPr>
        <a:xfrm>
          <a:off x="5463824" y="1276199"/>
          <a:ext cx="1236147" cy="784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F0302020204030204"/>
              <a:ea typeface="+mn-ea"/>
              <a:cs typeface="+mn-cs"/>
            </a:rPr>
            <a:t>Miles are converted to kilometers</a:t>
          </a:r>
          <a:endParaRPr lang="en-US" sz="1100" kern="1200" dirty="0">
            <a:ea typeface="+mn-ea"/>
            <a:cs typeface="+mn-cs"/>
          </a:endParaRPr>
        </a:p>
      </dsp:txBody>
      <dsp:txXfrm>
        <a:off x="5486814" y="1299189"/>
        <a:ext cx="1190167" cy="738973"/>
      </dsp:txXfrm>
    </dsp:sp>
    <dsp:sp modelId="{B014DC25-4161-456A-919B-92E3E1167746}">
      <dsp:nvSpPr>
        <dsp:cNvPr id="0" name=""/>
        <dsp:cNvSpPr/>
      </dsp:nvSpPr>
      <dsp:spPr>
        <a:xfrm>
          <a:off x="5326474" y="2290184"/>
          <a:ext cx="1236147" cy="784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ABCBD-1A36-43E7-8A38-044D569E69B1}">
      <dsp:nvSpPr>
        <dsp:cNvPr id="0" name=""/>
        <dsp:cNvSpPr/>
      </dsp:nvSpPr>
      <dsp:spPr>
        <a:xfrm>
          <a:off x="5463824" y="2420666"/>
          <a:ext cx="1236147" cy="784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F0302020204030204"/>
              <a:ea typeface="+mn-ea"/>
              <a:cs typeface="+mn-cs"/>
            </a:rPr>
            <a:t>Print results</a:t>
          </a:r>
        </a:p>
      </dsp:txBody>
      <dsp:txXfrm>
        <a:off x="5486814" y="2443656"/>
        <a:ext cx="1190167" cy="738973"/>
      </dsp:txXfrm>
    </dsp:sp>
    <dsp:sp modelId="{B4292B79-43DA-452F-B847-20006ADA62F7}">
      <dsp:nvSpPr>
        <dsp:cNvPr id="0" name=""/>
        <dsp:cNvSpPr/>
      </dsp:nvSpPr>
      <dsp:spPr>
        <a:xfrm>
          <a:off x="5326474" y="3434651"/>
          <a:ext cx="1236147" cy="784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7DE6F-0318-4A0D-BB50-E35F7BF9AE0C}">
      <dsp:nvSpPr>
        <dsp:cNvPr id="0" name=""/>
        <dsp:cNvSpPr/>
      </dsp:nvSpPr>
      <dsp:spPr>
        <a:xfrm>
          <a:off x="5463824" y="3565133"/>
          <a:ext cx="1236147" cy="7849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F0302020204030204"/>
              <a:ea typeface="+mn-ea"/>
              <a:cs typeface="+mn-cs"/>
            </a:rPr>
            <a:t>Program ends</a:t>
          </a:r>
          <a:endParaRPr lang="en-US" sz="1100" kern="1200" dirty="0">
            <a:ea typeface="+mn-ea"/>
            <a:cs typeface="+mn-cs"/>
          </a:endParaRPr>
        </a:p>
      </dsp:txBody>
      <dsp:txXfrm>
        <a:off x="5486814" y="3588123"/>
        <a:ext cx="1190167" cy="7389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606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90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21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37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3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48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46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98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0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47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3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7512-7AA0-1AC7-295D-67C02EE3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Robert Ruiz Module 2.2 Flowchart</a:t>
            </a:r>
          </a:p>
        </p:txBody>
      </p:sp>
      <p:graphicFrame>
        <p:nvGraphicFramePr>
          <p:cNvPr id="210" name="Content Placeholder 209">
            <a:extLst>
              <a:ext uri="{FF2B5EF4-FFF2-40B4-BE49-F238E27FC236}">
                <a16:creationId xmlns:a16="http://schemas.microsoft.com/office/drawing/2014/main" id="{2382A962-93FD-206F-D0D2-625E94B3F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18298"/>
              </p:ext>
            </p:extLst>
          </p:nvPr>
        </p:nvGraphicFramePr>
        <p:xfrm>
          <a:off x="838202" y="222520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13" name="Arrow: Curved Down 3112">
            <a:extLst>
              <a:ext uri="{FF2B5EF4-FFF2-40B4-BE49-F238E27FC236}">
                <a16:creationId xmlns:a16="http://schemas.microsoft.com/office/drawing/2014/main" id="{B0CA8E55-31AB-0B05-65BB-252D47445E4C}"/>
              </a:ext>
            </a:extLst>
          </p:cNvPr>
          <p:cNvSpPr/>
          <p:nvPr/>
        </p:nvSpPr>
        <p:spPr>
          <a:xfrm rot="17280000">
            <a:off x="2878406" y="2910680"/>
            <a:ext cx="2934753" cy="128821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6926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DashVTI</vt:lpstr>
      <vt:lpstr>Robert Ruiz Module 2.2 Flowchart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2026-01-18T15:45:22Z</dcterms:created>
  <dcterms:modified xsi:type="dcterms:W3CDTF">2026-02-01T21:53:08Z</dcterms:modified>
</cp:coreProperties>
</file>